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9" r:id="rId9"/>
    <p:sldId id="263" r:id="rId10"/>
    <p:sldId id="264" r:id="rId11"/>
    <p:sldId id="265" r:id="rId12"/>
    <p:sldId id="266" r:id="rId13"/>
    <p:sldId id="259" r:id="rId14"/>
  </p:sldIdLst>
  <p:sldSz cx="12192000" cy="6858000"/>
  <p:notesSz cx="6858000" cy="9144000"/>
  <p:embeddedFontLst>
    <p:embeddedFont>
      <p:font typeface="Lato Black" panose="020F0502020204030203" pitchFamily="34" charset="0"/>
      <p:bold r:id="rId16"/>
      <p:boldItalic r:id="rId17"/>
    </p:embeddedFont>
    <p:embeddedFont>
      <p:font typeface="Libre Baskerville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7148" y="3717986"/>
            <a:ext cx="11080955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VENDING MACHINE SIMULATOR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2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2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25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25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5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</a:t>
            </a:r>
            <a:endParaRPr sz="25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FA181E-8B7D-44D6-7A2B-D7924323803C}"/>
              </a:ext>
            </a:extLst>
          </p:cNvPr>
          <p:cNvSpPr txBox="1"/>
          <p:nvPr/>
        </p:nvSpPr>
        <p:spPr>
          <a:xfrm>
            <a:off x="8259098" y="4965290"/>
            <a:ext cx="2644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J POOJA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536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1074626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: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Jarupla Pooja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ackground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B.E in Information Technology, Stanley College of Engineering and Technology for Women</a:t>
            </a:r>
          </a:p>
          <a:p>
            <a:pPr lvl="0">
              <a:buClr>
                <a:schemeClr val="dk1"/>
              </a:buClr>
              <a:buSzPts val="2400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Data Analysis:</a:t>
            </a:r>
            <a:r>
              <a:rPr lang="en-IN" sz="2400" dirty="0"/>
              <a:t>I am interested in Python programming, software development, and data analytics. I enjoy learning new technologies and applying them in real-world projects</a:t>
            </a:r>
            <a:r>
              <a:rPr lang="en-US" sz="2400" dirty="0"/>
              <a:t>.</a:t>
            </a: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Experience : </a:t>
            </a:r>
            <a:r>
              <a:rPr lang="en-US" sz="24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Fresher</a:t>
            </a:r>
            <a:endParaRPr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(Both T</a:t>
            </a: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eam  Leader and Team Member</a:t>
            </a: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)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431800">
              <a:buSzPts val="2400"/>
            </a:pPr>
            <a:r>
              <a:rPr lang="en-IN" dirty="0"/>
              <a:t>Objective of the Project</a:t>
            </a:r>
          </a:p>
          <a:p>
            <a:pPr lvl="0" indent="-431800">
              <a:buSzPts val="2400"/>
            </a:pPr>
            <a:r>
              <a:rPr lang="en-IN" dirty="0"/>
              <a:t>Key Analysis Questions (Use Cases) </a:t>
            </a:r>
          </a:p>
          <a:p>
            <a:pPr lvl="0" indent="-431800">
              <a:buSzPts val="2400"/>
            </a:pPr>
            <a:r>
              <a:rPr lang="en-IN" dirty="0"/>
              <a:t>System Features</a:t>
            </a:r>
          </a:p>
          <a:p>
            <a:pPr lvl="0" indent="-431800">
              <a:buSzPts val="2400"/>
            </a:pPr>
            <a:r>
              <a:rPr lang="en-IN" dirty="0"/>
              <a:t>Functions Used </a:t>
            </a:r>
          </a:p>
          <a:p>
            <a:pPr lvl="0" indent="-431800">
              <a:buSzPts val="2400"/>
            </a:pPr>
            <a:r>
              <a:rPr lang="en-IN" dirty="0"/>
              <a:t>Conclusion</a:t>
            </a:r>
          </a:p>
          <a:p>
            <a:pPr lvl="0" indent="-431800">
              <a:buSzPts val="2400"/>
            </a:pPr>
            <a:r>
              <a:rPr lang="en-IN" dirty="0"/>
              <a:t>Challenges Faced</a:t>
            </a:r>
          </a:p>
          <a:p>
            <a:pPr lvl="0" indent="-431800">
              <a:buSzPts val="2400"/>
            </a:pPr>
            <a:r>
              <a:rPr lang="en-IN" dirty="0"/>
              <a:t>Q&amp;A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A6FBA9-4372-AA62-30B6-D36BA0425104}"/>
              </a:ext>
            </a:extLst>
          </p:cNvPr>
          <p:cNvSpPr txBox="1"/>
          <p:nvPr/>
        </p:nvSpPr>
        <p:spPr>
          <a:xfrm>
            <a:off x="675861" y="626165"/>
            <a:ext cx="11062252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objective of this project is to develop a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Vending Machine Simulator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automates product purchasing and customer management.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aims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 a real vending machine environment.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 customer registration and login.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 products and stock automatically.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purchase receipts.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purchase history.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 reward points for registered customers.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 Object-Oriented Programming concepts using Python.</a:t>
            </a:r>
          </a:p>
          <a:p>
            <a:pPr marL="457200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85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2DF9FE-40DA-0B60-5258-177754877C22}"/>
              </a:ext>
            </a:extLst>
          </p:cNvPr>
          <p:cNvSpPr txBox="1"/>
          <p:nvPr/>
        </p:nvSpPr>
        <p:spPr>
          <a:xfrm>
            <a:off x="521368" y="27924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Analysis Questions (Use Cases)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24308-DC0B-157E-40C4-C59D12CF52F2}"/>
              </a:ext>
            </a:extLst>
          </p:cNvPr>
          <p:cNvSpPr txBox="1"/>
          <p:nvPr/>
        </p:nvSpPr>
        <p:spPr>
          <a:xfrm>
            <a:off x="521368" y="740913"/>
            <a:ext cx="11149263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1 – Customer Registration</a:t>
            </a:r>
          </a:p>
          <a:p>
            <a:pPr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a new customer register successfully?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register_customer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a unique Customer ID &amp; Saves customer information permanently.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2 – Customer Login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registered customers log in successfully?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login_customer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Retrieves customer details using Customer ID 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3 – Product Viewing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customers view available products?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display_products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only available products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201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1A752-E92D-E22A-C911-2F40543297DA}"/>
              </a:ext>
            </a:extLst>
          </p:cNvPr>
          <p:cNvSpPr txBox="1"/>
          <p:nvPr/>
        </p:nvSpPr>
        <p:spPr>
          <a:xfrm>
            <a:off x="725557" y="655983"/>
            <a:ext cx="105056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4 – Product Purchase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customers purchase products successfully?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purchase_product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Checks product availability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Reduces stock after purchase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 purchase history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5 – Receipt Generation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the system generate purchase receipts?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 receipt after every successful purchase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Stores: </a:t>
            </a:r>
          </a:p>
          <a:p>
            <a:pPr lvl="1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Product Name </a:t>
            </a:r>
          </a:p>
          <a:p>
            <a:pPr lvl="1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Price </a:t>
            </a:r>
          </a:p>
          <a:p>
            <a:pPr lvl="1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Purchase Date &amp; Time </a:t>
            </a:r>
          </a:p>
          <a:p>
            <a:pPr lvl="1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Customer Details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76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F16599-5BFB-1351-E6B4-2B59485DECA0}"/>
              </a:ext>
            </a:extLst>
          </p:cNvPr>
          <p:cNvSpPr txBox="1"/>
          <p:nvPr/>
        </p:nvSpPr>
        <p:spPr>
          <a:xfrm>
            <a:off x="368969" y="393793"/>
            <a:ext cx="1132572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6 – Purchase History</a:t>
            </a:r>
          </a:p>
          <a:p>
            <a:pPr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customers view their previous purchases?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view_purchase_history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Displays all purchased products 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7 – Reward Points Management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customers earn reward points?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Points are added after every purchase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can redeem points for future purchases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8 – Stock Management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the system update stock automatically?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stock decreases after purchase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Prevents purchasing out-of-stock products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Maintains inventory accuracy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09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EAA207-FCE4-6203-5370-31CDA021D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727470"/>
              </p:ext>
            </p:extLst>
          </p:nvPr>
        </p:nvGraphicFramePr>
        <p:xfrm>
          <a:off x="2032000" y="621630"/>
          <a:ext cx="8128000" cy="5614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4080512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46122660"/>
                    </a:ext>
                  </a:extLst>
                </a:gridCol>
              </a:tblGrid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Function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</a:t>
                      </a:r>
                      <a:r>
                        <a:rPr lang="en-IN" sz="2400" b="1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urpose</a:t>
                      </a:r>
                      <a:endParaRPr lang="en-IN" sz="24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258131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register_customer()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Register new customer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315290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login_customer()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login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695224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display_products</a:t>
                      </a:r>
                      <a:r>
                        <a:rPr lang="en-IN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Show available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526370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purchase_product()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Purchase product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818243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save_customer()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Save customer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975663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load_customers()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Load saved customers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2541280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view_purchase_history()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View purchase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1453345"/>
                  </a:ext>
                </a:extLst>
              </a:tr>
              <a:tr h="62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generate_receipt()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Generate purchase receipt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0751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B20575-8F1C-7FC0-A6FC-B98E293A6376}"/>
              </a:ext>
            </a:extLst>
          </p:cNvPr>
          <p:cNvSpPr txBox="1"/>
          <p:nvPr/>
        </p:nvSpPr>
        <p:spPr>
          <a:xfrm>
            <a:off x="320842" y="15996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 Functions Used:</a:t>
            </a:r>
          </a:p>
        </p:txBody>
      </p:sp>
    </p:spTree>
    <p:extLst>
      <p:ext uri="{BB962C8B-B14F-4D97-AF65-F5344CB8AC3E}">
        <p14:creationId xmlns:p14="http://schemas.microsoft.com/office/powerpoint/2010/main" val="2973793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F5D9C6-368E-198D-48B9-D052B00D0667}"/>
              </a:ext>
            </a:extLst>
          </p:cNvPr>
          <p:cNvSpPr txBox="1"/>
          <p:nvPr/>
        </p:nvSpPr>
        <p:spPr>
          <a:xfrm>
            <a:off x="626165" y="566530"/>
            <a:ext cx="10744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Smart Vending Machine Simulator successfully automates the vending process     by managing customers, products, purchases, and rewards.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the effective use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Object-Oriented Programming (OOP)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Classes and Objects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Inheritance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 and Dictionaries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 Handling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Conditional Statements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Exception Handling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provides a user-friendly and efficient vending machine simulation while improving understanding of real-world software development concepts.</a:t>
            </a:r>
          </a:p>
        </p:txBody>
      </p:sp>
    </p:spTree>
    <p:extLst>
      <p:ext uri="{BB962C8B-B14F-4D97-AF65-F5344CB8AC3E}">
        <p14:creationId xmlns:p14="http://schemas.microsoft.com/office/powerpoint/2010/main" val="2176177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EDBE05-B142-3FC0-E36A-76638E915492}"/>
              </a:ext>
            </a:extLst>
          </p:cNvPr>
          <p:cNvSpPr txBox="1"/>
          <p:nvPr/>
        </p:nvSpPr>
        <p:spPr>
          <a:xfrm>
            <a:off x="646042" y="506896"/>
            <a:ext cx="10883349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Experience &amp; Challenges While Working on the Project</a:t>
            </a:r>
          </a:p>
          <a:p>
            <a:endParaRPr lang="en-US" sz="2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 Learned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During this project, I gained practical experience in applying Python concepts to build a real-world application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.Designing the OOP Structure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Initially, it was difficult to decide how many classes were required and how they should interact.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separate classes: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RegisteredCustomer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SmartVendingMachine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improved code organization and reusability.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2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3BC8FE-0643-842C-9A3A-ECA0085AFE2E}"/>
              </a:ext>
            </a:extLst>
          </p:cNvPr>
          <p:cNvSpPr txBox="1"/>
          <p:nvPr/>
        </p:nvSpPr>
        <p:spPr>
          <a:xfrm>
            <a:off x="675861" y="705679"/>
            <a:ext cx="1081377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Managing Customer Data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Storing customer information permanently was challenging.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save_customer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load_customers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file handling</a:t>
            </a:r>
            <a:r>
              <a:rPr lang="en-IN" sz="2400" dirty="0"/>
              <a:t>.</a:t>
            </a:r>
          </a:p>
          <a:p>
            <a:endParaRPr lang="en-IN" sz="2400" dirty="0"/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Reward Point System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Calculating and updating reward points after each purchase.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separate reward management logic inside customer classes.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78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A9CD7-73E4-4431-1721-09E45AF3BD37}"/>
              </a:ext>
            </a:extLst>
          </p:cNvPr>
          <p:cNvSpPr txBox="1"/>
          <p:nvPr/>
        </p:nvSpPr>
        <p:spPr>
          <a:xfrm>
            <a:off x="566531" y="564264"/>
            <a:ext cx="108038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. Receipt Generation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Generating and storing receipts after every purchase.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receipt lists and purchase records to track transactions.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 Management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stock updates correctly after each purchase.</a:t>
            </a:r>
          </a:p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Implemented stock validation before purchase and automatic stock reduction after successful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69106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699</Words>
  <Application>Microsoft Office PowerPoint</Application>
  <PresentationFormat>Widescreen</PresentationFormat>
  <Paragraphs>146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Lato Black</vt:lpstr>
      <vt:lpstr>Libre Baskerville</vt:lpstr>
      <vt:lpstr>Courier New</vt:lpstr>
      <vt:lpstr>Calibri</vt:lpstr>
      <vt:lpstr>Wingdings</vt:lpstr>
      <vt:lpstr>Arial</vt:lpstr>
      <vt:lpstr>Office Theme</vt:lpstr>
      <vt:lpstr>PowerPoint Presentation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pooja jarupla</cp:lastModifiedBy>
  <cp:revision>2</cp:revision>
  <dcterms:created xsi:type="dcterms:W3CDTF">2021-02-16T05:19:01Z</dcterms:created>
  <dcterms:modified xsi:type="dcterms:W3CDTF">2026-10-13T03:47:53Z</dcterms:modified>
</cp:coreProperties>
</file>